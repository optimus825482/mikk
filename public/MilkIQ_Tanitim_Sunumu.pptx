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914400"/>
            <a:ext cx="5486400" cy="5486400"/>
          </a:xfrm>
          <a:prstGeom prst="roundRect">
            <a:avLst>
              <a:gd name="adj" fmla="val 8333"/>
            </a:avLst>
          </a:prstGeom>
          <a:solidFill>
            <a:srgbClr val="10B981">
              <a:alpha val="8000"/>
            </a:srgbClr>
          </a:solidFill>
          <a:ln w="12700">
            <a:solidFill>
              <a:srgbClr val="10B981">
                <a:alpha val="20000"/>
              </a:srgbClr>
            </a:solidFill>
            <a:prstDash val="solid"/>
          </a:ln>
        </p:spPr>
      </p:sp>
      <p:pic>
        <p:nvPicPr>
          <p:cNvPr id="3" name="Image 0" descr="D:\RASYON\public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1463040" cy="1463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834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AKILLI SÜT SIĞIRCILIĞI TEKNOLOJİSİ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914400" y="42976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Rasyon, Karlılık &amp; Sürü Yönetim Sistemi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914400" y="49377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NRC Standartlarında Bilimsel Besleme • Dinamik Süt/Yem Paritesi • Kapsamlı Maliyet Denetimi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914400" y="5669280"/>
            <a:ext cx="5029200" cy="731520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97280" y="571500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Geliştirici: Erkan Erdem | erkanerdem.online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Sürüm: v1.0 Production Ready • PWA &amp; Mobil Uyumlu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SEKTÖREL GERÇEKLER &amp; STRATEJİK DEĞER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Geleneksel Çiftlik Yönetimi vs. MilkIQ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5208"/>
            </a:avLst>
          </a:prstGeom>
          <a:solidFill>
            <a:srgbClr val="1E1B24"/>
          </a:solidFill>
          <a:ln w="19050">
            <a:solidFill>
              <a:srgbClr val="7F1D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Geleneksel Besleme Zorlukları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46888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Yem maliyeti çiftlik cirosunun %70'ini oluşturur; plansız alımlar zarara yol açar.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312724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Göz kararı veya sabit reçeteler nedeniyle gizli asidoz ve metabolik hastalıklar yaşanır.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3785616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1 litre sütün anlık yem maliyeti ve hayvan başı net karı hesaplanamaz.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444398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Tahıl ve kaba yem fiyat dalgalanmalarına karşı anlık rasyon revizyonu yapılamaz.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5840" y="510235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 Veriler kağıt veya karışık tablolarda kaybolur, geriye dönük analiz yapılamaz.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645920"/>
            <a:ext cx="5120640" cy="4389120"/>
          </a:xfrm>
          <a:prstGeom prst="roundRect">
            <a:avLst>
              <a:gd name="adj" fmla="val 5208"/>
            </a:avLst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ile Akıllı Dönüşüm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92240" y="246888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Bilimsel NRC standartlarında hassas Kuru Madde, Protein ve Enerji optimizasyonu.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92240" y="312724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Dinamik Süt/Yem Paritesi takibiyle minimum maliyetle maksimum pik verimi.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3785616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Fabrika yemleri ve yerel yemlerin güncel borsa/piyasa fiyatlarıyla anlık kıyaslanması.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444398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Laktasyon dönemi ve canlı ağırlığa göre otomatik besin ihtiyacı simülasyonu.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92240" y="510235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 Tüm cihazlardan (cep telefonu, tablet, PC) bulut senkronizasyonu ile 7/24 erişim.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217920" y="64465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TEMEL MODÜL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Bilimsel Rasyon Hesaplama &amp; Optimizasyon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560320" cy="1920240"/>
          </a:xfrm>
          <a:prstGeom prst="roundRect">
            <a:avLst>
              <a:gd name="adj" fmla="val 9524"/>
            </a:avLst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Kuru Madde (KM)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İşkembe kapasitesine uygun optimum tokluk ve sindirim.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9000" y="1645920"/>
            <a:ext cx="2560320" cy="1920240"/>
          </a:xfrm>
          <a:prstGeom prst="roundRect">
            <a:avLst>
              <a:gd name="adj" fmla="val 9524"/>
            </a:avLst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11880" y="18288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Ham Protein (HP)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11880" y="228600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verimi ve kas dokusu için gerekli bypass &amp; ruminal protein.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26480" y="1645920"/>
            <a:ext cx="2560320" cy="1920240"/>
          </a:xfrm>
          <a:prstGeom prst="roundRect">
            <a:avLst>
              <a:gd name="adj" fmla="val 9524"/>
            </a:avLst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8288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Enerji (ME / NEL)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09360" y="228600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Pik süt verimi ve kondisyon kaybını önleyen enerji dengesi.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823960" y="1645920"/>
            <a:ext cx="2560320" cy="1920240"/>
          </a:xfrm>
          <a:prstGeom prst="roundRect">
            <a:avLst>
              <a:gd name="adj" fmla="val 9524"/>
            </a:avLst>
          </a:prstGeom>
          <a:solidFill>
            <a:srgbClr val="1E293B"/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8288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Lif Dengesi (NDF / ADF)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006840" y="2286000"/>
            <a:ext cx="2194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Rumen sağlığı, geviş getirme ve asidoz önleyici yapısal lif.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840480"/>
            <a:ext cx="10607040" cy="219456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023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Hassas Hayvan &amp; Üretim Parametreleri Uyarlaması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44805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Canlı Ağırlık (kg), Günlük Hedef Süt Verimi (L), Süt Yağ Oranı (%) ve Protein (%) girişi.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48463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Laktasyon Günü (DIM) ve Gebelik Ayına göre otomatik gereksinim artışı hesaplama.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5840" y="5212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Gerçek zamanlı Kalsiyum (Ca), Fosfor (P) ve Tuz mineral oranı uyarı sistemi.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55778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"Rasyonu Kaydet", "Rasyonu Kopyala" ve tek tıkla Excel/PDF formatında çıktı alma.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TEMEL MODÜL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Dinamik Yem &amp; Fabrika Yemleri Kataloğu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429000" cy="438912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TEMEL RUMEN LIF KAYNAĞI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0120" y="21945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Kaba Yemler &amp; Silajlar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834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Mısır Silajı (KM: %32)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3383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Yonca Kuru Otu (HP: %18)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3931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Saman &amp; Çayır Otu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44805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Fiğ &amp; Tritikale Silajı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60120" y="5120640"/>
            <a:ext cx="2971800" cy="640080"/>
          </a:xfrm>
          <a:prstGeom prst="roundRect">
            <a:avLst>
              <a:gd name="adj" fmla="val 2142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52578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Fiyat &amp; Besin Değeri Düzenlenebilir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43400" y="1645920"/>
            <a:ext cx="3429000" cy="438912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19202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YÜKSEK ENERJI &amp; PROTEIN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0" y="21945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Tahıllar &amp; Sanayi Yan Ürünleri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0" y="2834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Mısır Flake &amp; Arpa Kırması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3383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Soya Küspesi (HP: %44-%48)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0" y="3931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Ayçiçeği Küspesi (HP: %32)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0" y="44805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Pancar Posası &amp; Melas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0" y="5120640"/>
            <a:ext cx="2971800" cy="640080"/>
          </a:xfrm>
          <a:prstGeom prst="roundRect">
            <a:avLst>
              <a:gd name="adj" fmla="val 2142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0" y="52578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Fiyat &amp; Besin Değeri Düzenlenebilir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955280" y="1645920"/>
            <a:ext cx="3429000" cy="438912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83880" y="19202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HAZIR &amp; DENGELI KARIŞIMLAR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183880" y="21945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Tescilli Fabrika Yemleri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183880" y="2834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Eriş Sığır Süt A (19 HP / 2800 ME)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183880" y="3383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Eriş Crown Patlamış Mısır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183880" y="39319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Özel Düve &amp; Geçiş Dönemi Yemleri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183880" y="44805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Premiksler, Mermer Tozu &amp; Tuz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183880" y="5120640"/>
            <a:ext cx="2971800" cy="640080"/>
          </a:xfrm>
          <a:prstGeom prst="roundRect">
            <a:avLst>
              <a:gd name="adj" fmla="val 2142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0" y="525780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Fiyat &amp; Besin Değeri Düzenlenebilir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0" y="64465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FİNANSAL ZEKA &amp; KARLILIK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/ Yem Paritesi &amp; Kar Marjı Yönetimi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429000" cy="2011680"/>
          </a:xfrm>
          <a:prstGeom prst="roundRect">
            <a:avLst>
              <a:gd name="adj" fmla="val 11364"/>
            </a:avLst>
          </a:prstGeom>
          <a:solidFill>
            <a:srgbClr val="1E293B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 Yem Maliyeti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₺ 7.85 / 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Rasyondaki toplam günlük yem tutarının günlük süt verimine oranı.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343400" y="1645920"/>
            <a:ext cx="3429000" cy="2011680"/>
          </a:xfrm>
          <a:prstGeom prst="roundRect">
            <a:avLst>
              <a:gd name="adj" fmla="val 11364"/>
            </a:avLst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182880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Günlük Hayvan Başı Net Kar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26280" y="219456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₺ 142.50 / Gün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26280" y="283464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geliri - (Yem gideri + Günlük amortisman ve genel giderler).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955280" y="1645920"/>
            <a:ext cx="3429000" cy="2011680"/>
          </a:xfrm>
          <a:prstGeom prst="roundRect">
            <a:avLst>
              <a:gd name="adj" fmla="val 11364"/>
            </a:avLst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8160" y="182880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/ Yem Paritesi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138160" y="219456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1.48 (İdeal Aralık)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138160" y="283464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kg süt satışı ile kaç kg yem alınabileceğini gösteren kritik katsayı.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3931920"/>
            <a:ext cx="10607040" cy="2103120"/>
          </a:xfrm>
          <a:prstGeom prst="roundRect">
            <a:avLst>
              <a:gd name="adj" fmla="val 869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114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Finansal Karar Destek Mekanizması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45262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Yem fiyatları arttığında aynı besin değerini koruyarak en ekonomik alternatif hammaddeleri önerir.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005840" y="487375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Süt fiyatı düştüğünde işletmenin başa baş (break-even) noktasını otomatik simüle eder.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05840" y="5221224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Sürü genelinde aylık ve yıllık tahmini ciro &amp; net kar projeksiyonları sunar.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05840" y="5568696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Çiftliğin finansal sağlığını renk kodlu grafik ve KPI kartlarıyla anlık özetler.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SÜRÜ &amp; ÜRETİM YÖNETİMİ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Laktasyon Gruplandırma &amp; Verim Projeksiyonu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429000" cy="438912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20240"/>
            <a:ext cx="2971800" cy="411480"/>
          </a:xfrm>
          <a:prstGeom prst="roundRect">
            <a:avLst>
              <a:gd name="adj" fmla="val 22222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93392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DIM: 1 - 100 Gün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60120" y="24688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Erken Laktasyon (Pik Dönemi)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310896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Negatif enerji dengesini önlemek için yüksek enerjili yoğun rasyon. Karaciğer ve rumen koruyucu premiksler.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60120" y="4663440"/>
            <a:ext cx="297180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8463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Grup Bazlı Rasyon Ataması Aktif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43400" y="1645920"/>
            <a:ext cx="3429000" cy="438912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920240"/>
            <a:ext cx="2971800" cy="411480"/>
          </a:xfrm>
          <a:prstGeom prst="roundRect">
            <a:avLst>
              <a:gd name="adj" fmla="val 22222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993392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DIM: 101 - 200 Gün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24688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Orta Laktasyon (Plato Dönemi)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Dengeli kondisyon skoru muhafazası, süt proteini ve yağını maksimize eden optimum kaba/kesif yem oranı.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4663440"/>
            <a:ext cx="297180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48463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Grup Bazlı Rasyon Ataması Aktif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955280" y="1645920"/>
            <a:ext cx="3429000" cy="438912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3880" y="1920240"/>
            <a:ext cx="2971800" cy="411480"/>
          </a:xfrm>
          <a:prstGeom prst="roundRect">
            <a:avLst>
              <a:gd name="adj" fmla="val 22222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0" y="1993392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DIM: 201+ Gün &amp; Doğuma 60 Gün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183880" y="246888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Geç Laktasyon &amp; Kuru Dönem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183880" y="3108960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Yağlanmayı önleyici yüksek lifli rasyon. Doğum felcini (hipokalsemi) engelleyen anyonik tuz stratejileri.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83880" y="4663440"/>
            <a:ext cx="297180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83880" y="48463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Grup Bazlı Rasyon Ataması Aktif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17920" y="64465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BÜTÇE &amp; GİDER MODÜLÜ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Görünmeyen Maliyetleri Görünür Kılın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120640" cy="4389120"/>
          </a:xfrm>
          <a:prstGeom prst="roundRect">
            <a:avLst>
              <a:gd name="adj" fmla="val 520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Kapsamlı Gider Kategorileri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2423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Veteriner &amp; Sağlık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80160" y="27249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Aşılar, tohumlama, tırnak bakımı ve ilaç masrafları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İşçilik &amp; Personel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359359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Sağımcı, bakıcı maaşları ve SGK primleri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5840" y="4160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Enerji &amp; Yakıt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446227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Elektrik, jeneratör yakıtı ve traktör mazotu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5029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📌 Bakım &amp; Amortisman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80160" y="533095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Sağımhane revizyonu, yem karma makinesi amortismanı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645920"/>
            <a:ext cx="5120640" cy="4389120"/>
          </a:xfrm>
          <a:prstGeom prst="roundRect">
            <a:avLst>
              <a:gd name="adj" fmla="val 5208"/>
            </a:avLst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Sütün Gerçek Maliyeti Formülü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92240" y="2423160"/>
            <a:ext cx="4572000" cy="91440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26517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Gerçek Birim Maliyet = Yem Maliyeti + (Genel Giderler / Toplam Üretim)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92240" y="356616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Yalnızca yem değil, işletmenin tüm operasyonel yükü tek bir ekranda toplanır.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425196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Aylık gider raporları ve kategorik pasta grafiklerle bütçe kaçakları engellenir.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493776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✔ Süt satış fiyatı pazarlığında çiftlik sahibine gerçek maliyet tabanlı tam müzakere gücü verir.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GÜVENLİK &amp; DENETİM ALTYAPISI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Kurumsal Audit Log &amp; Anlık Hata Bildirimi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429000" cy="438912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202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05840" y="246888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 Kapsamlı Audit Log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88036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Kim, Ne Zaman, Hangi Değişikliği Yaptı?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338328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Rasyon kayıt, güncelleme ve silme logları.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05840" y="402336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Yem fiyat ve besin parametresi güncellemeleri.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05840" y="466344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Gider kayıtları ve kullanıcı oturum hareketleri.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43400" y="1645920"/>
            <a:ext cx="3429000" cy="438912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9202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📍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617720" y="246888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IP, Konum &amp; Cihaz Tespiti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17720" y="288036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Coğrafi ve Donanımsal İzlenebilirlik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17720" y="338328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Kullanıcının bağlandığı IP adresi ve ISP bilgisi.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617720" y="402336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Şehir/Ülke düzeyinde geo-location sorgulama.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617720" y="466344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Cihaz tipi (Mobil / Tablet / Desktop) ve tarayıcı tespiti.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955280" y="1645920"/>
            <a:ext cx="3429000" cy="438912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19202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✉️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229600" y="246888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Gmail Hata Bildirim Servisi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0" y="2880360"/>
            <a:ext cx="2880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Kritik Sistem Alarmları Anında Cebinizde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0" y="338328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Olası API veya veritabanı hatalarında otomatik tetikleme.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29600" y="402336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Doğrudan yetkili e-posta adresine detaylı hata raporu.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29600" y="4663440"/>
            <a:ext cx="2880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PIN korumalı güvenli SMTP yönetim paneli (/mailayar).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17920" y="64465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TEKNOLOJİ &amp; DAĞITIM ALTYAPISI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Docker, Coolify &amp; Mobil PWA Mimarisi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10607040" cy="960120"/>
          </a:xfrm>
          <a:prstGeom prst="roundRect">
            <a:avLst>
              <a:gd name="adj" fmla="val 1904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Next.js 15 &amp; React 19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10312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Ultra hızlı SSR &amp; App Router mimarisi ile kusursuz kullanıcı deneyimi.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31520" y="2788920"/>
            <a:ext cx="10607040" cy="960120"/>
          </a:xfrm>
          <a:prstGeom prst="roundRect">
            <a:avLst>
              <a:gd name="adj" fmla="val 1904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9260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 &amp; Prisma ORM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324612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İlişkisel, güvenilir ve yüksek performanslı veri tabanı altyapısı.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3931920"/>
            <a:ext cx="10607040" cy="960120"/>
          </a:xfrm>
          <a:prstGeom prst="roundRect">
            <a:avLst>
              <a:gd name="adj" fmla="val 1904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0690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&amp; Docker Compose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438912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Uygulama ve veritabanı bağımsız izole containerlarda sıfır konfigürasyonla çalışır.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31520" y="5074920"/>
            <a:ext cx="10607040" cy="960120"/>
          </a:xfrm>
          <a:prstGeom prst="roundRect">
            <a:avLst>
              <a:gd name="adj" fmla="val 1904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2120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Coolify Entegrasyonu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553212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üzerinden otomatik CI/CD ve tek tıkla canlıya alma (milkiq.erkanerdem.online).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217920" y="64465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STRATEJİK KAZANIMLAR &amp; HEMEN BAŞLAYIN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ile Çiftliğinizin Geleceğini Yönetin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429000" cy="2194560"/>
          </a:xfrm>
          <a:prstGeom prst="roundRect">
            <a:avLst>
              <a:gd name="adj" fmla="val 10417"/>
            </a:avLst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%15 - 25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Yem Maliyeti Tasarrufu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Fazladan protein/enerji israfının bilimsel olarak önlenmesi.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343400" y="1645920"/>
            <a:ext cx="3429000" cy="2194560"/>
          </a:xfrm>
          <a:prstGeom prst="roundRect">
            <a:avLst>
              <a:gd name="adj" fmla="val 10417"/>
            </a:avLst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182880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+%12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26280" y="251460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Süt Verim Artışı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26280" y="292608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Dengeli rumen pH ve optimum laktasyon piki yönetimi.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955280" y="1645920"/>
            <a:ext cx="3429000" cy="2194560"/>
          </a:xfrm>
          <a:prstGeom prst="roundRect">
            <a:avLst>
              <a:gd name="adj" fmla="val 10417"/>
            </a:avLst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8160" y="1828800"/>
            <a:ext cx="3063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360°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138160" y="251460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Uçtan Uca Finansal Kontrol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38160" y="292608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Litre sütün gerçek maliyeti ve günlük hayvan başı net kar.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4114800"/>
            <a:ext cx="10607040" cy="1920240"/>
          </a:xfrm>
          <a:prstGeom prst="roundRect">
            <a:avLst>
              <a:gd name="adj" fmla="val 11905"/>
            </a:avLst>
          </a:prstGeom>
          <a:solidFill>
            <a:srgbClr val="1E293B"/>
          </a:solidFill>
          <a:ln w="254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343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Canlı Uygulama &amp; İletişim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4800600"/>
            <a:ext cx="5943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Canlı Sistem: https://milkiq.erkanerdem.online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Geliştirici Portfolyosu: https://erkanerdem.online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Destek &amp; İletişim: erkanerdem8254@gmail.com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80960" y="452628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0" y="475488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İle Başlayın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Akıllı Çiftlik Yönetimi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MilkIQ • Akıllı Süt Sığırcılığı Rasyon &amp; Karlılık Sistemi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Developed by Erkan Erdem (erkanerdem.online)  |  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MilkIQ - erkanerdem.online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MilkIQ Ürün ve Özellik Tanıtım Sunumu</dc:title>
  <dc:subject>MilkIQ Akıllı Süt Sığırcılığı Rasyon &amp; Karlılık Yönetim Sistemi</dc:subject>
  <dc:creator>Erkan Erdem</dc:creator>
  <cp:lastModifiedBy>Erkan Erdem</cp:lastModifiedBy>
  <cp:revision>1</cp:revision>
  <dcterms:created xsi:type="dcterms:W3CDTF">2026-10-07T07:55:04Z</dcterms:created>
  <dcterms:modified xsi:type="dcterms:W3CDTF">2026-10-07T07:55:04Z</dcterms:modified>
</cp:coreProperties>
</file>