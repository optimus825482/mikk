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3774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 •  Dinamik Süt/Yem Paritesi  •  Net Maliyet Analizi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52578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 | 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 • 7/24 Kesintisiz Takip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82296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ÖNE ÇIKAN YETENEKLER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1371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Yeni Nesil Karar Destek Platformu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192024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20299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Rasyon Hesaplama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818120" y="2267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KM, HP, Nişasta ve Kaba/Kesif dengesi canlı simülasyonu.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23760" y="2706624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1635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18120" y="27980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Süt / Yem Paritesi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818120" y="305409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yem maliyeti ve başa baş katsayı takibi.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0" y="3493008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60920" y="3602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🌾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818120" y="35844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Geniş Yem &amp; Fabrika Kataloğu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818120" y="38404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standart hammadde ve Türkiye tescilli fabrika yemleri.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223760" y="4279392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60920" y="43891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818120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Çiftlik Bütçe &amp; Net Karlılık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818120" y="46268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Genel giderler ile harmanlanmış gerçek 1L süt maliyeti.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760" y="5065776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51755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818120" y="5157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&amp; 7/24 Takip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18120" y="54132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Kullanıcı hareket denetimi ve otomatik Gmail hata bildirimi.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STRATEJIK DEĞER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doğrudan zarara yol açar.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net olarak hesaplanamaz.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piyasasındaki fiyat dalgalanmalarına karşı anlık rasyon revizyonu yapılamaz.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kaybolur; geriye dönük veri analizi yapılamaz.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8135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 sağlanır.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8135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süt verimi elde edilir.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68135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 ve piyasa fiyatlarıyla anlık kıyaslanması yapılır.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68135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 çalıştırılır.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8135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kesintisiz erişilir.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fizyolojik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9234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114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2114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6947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9827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89827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kritik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44661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27541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27541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576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parametreleri girilir.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bilimsel besin gereksinim artışı hesaplanır.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güvenlik uyarı sistemi devrededir.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A4 Mikser Reçetesi formatında çıktı imkânı sunar.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949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949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Küspeler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949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0949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0949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0949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0949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521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8861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58861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58861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58861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8861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58861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 &amp; Mineral Katkıları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58861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4581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ANALIZ &amp; KARLILIK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377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6377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3141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3141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692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dalgalandığında işletmenin başa baş (break-even) üretim noktasını otomatik simüle eder.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göstergeler ve net KPI kartlarıyla anlık özetler.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ÜRETIM YÖNETIMI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Besleme Tavsiyeleri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 ile asidoz kontrolü.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949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21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0949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949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dengesi.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0949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949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58861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4581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58861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58861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Aşırı yağlanmayı önleyici yüksek lifli rasyon. Doğum felcini (hipokalsemi) engelleyen anyonik besleme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58861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58861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GIDER MODÜLÜ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80160" y="4251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51663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68135" y="210312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9575" y="2331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8135" y="333756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gider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8135" y="41605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grafiklerle bütçe kaçakları anında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8135" y="49834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GÜVENLIK &amp; DENETIM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işlemleri anlık kaydedilir.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revizyonları kayıt altındadır.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 detaylı izlenir.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21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5521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5521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521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 yakalanır.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5521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harita sorgulaması yapılır.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5521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PC) ve tarayıcı tespiti kaydedilir.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4581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4581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4581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7/24 Takipte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4581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 çalışır.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04581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Geliştirici Erkan Erdem'e hata detayları anında mail olarak iletilir.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04581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Uygulama 7/24 geliştirici takibindedir; PIN korumalı SMTP paneli mevcuttur.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 &amp; DAĞITIM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mobil cihazlarda ve masaüstünde akıcı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3035808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altyapısı; tip güvenli veri sorgulama.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94176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58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 bağımlılığı ile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855464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5358384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STRATEJIK KAZANIMLAR &amp; HEMEN BAŞLAYIN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 ve enerji israfının bilimsel olarak önlenmesi.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6377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6377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3141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3141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7692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7/24 Kesintisiz Geliştirici Takibi &amp; Teknik Destek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98080" y="4251960"/>
            <a:ext cx="3474720" cy="1188720"/>
          </a:xfrm>
          <a:prstGeom prst="roundRect">
            <a:avLst>
              <a:gd name="adj" fmla="val 13846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44348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2026-10-07T09:58:18Z</dcterms:created>
  <dcterms:modified xsi:type="dcterms:W3CDTF">2026-10-07T09:58:18Z</dcterms:modified>
</cp:coreProperties>
</file>