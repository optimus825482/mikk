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5486400" cy="5486400"/>
          </a:xfrm>
          <a:prstGeom prst="roundRect">
            <a:avLst>
              <a:gd name="adj" fmla="val 8333"/>
            </a:avLst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3" name="Image 0" descr="D:\RASYON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AKILLI SÜT SIĞIRCILIĞI TEKNOLOJİSİ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14400" y="4297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Rasyon, Karlılık &amp; Sürü Yönetim Sistemi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4937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NRC Standartlarında Bilimsel Besleme • Dinamik Süt/Yem Paritesi • Kapsamlı Maliyet Denetimi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5669280"/>
            <a:ext cx="5029200" cy="7315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57150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Geliştirici: Erkan Erdem | erkanerdem.online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Sürüm: v1.0 Production Ready • PWA &amp; Mobil Uyumlu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SEKTÖREL GERÇEKLER &amp; STRATEJİK DEĞER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Geleneksel Çiftlik Yönetimi vs. MilkIQ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5208"/>
            </a:avLst>
          </a:prstGeom>
          <a:solidFill>
            <a:srgbClr val="1E1B24"/>
          </a:solidFill>
          <a:ln w="19050">
            <a:solidFill>
              <a:srgbClr val="7F1D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Geleneksel Besleme Zorlukları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Yem maliyeti çiftlik cirosunun %70'ini oluşturur; plansız alımlar zarara yol açar.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1272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Göz kararı veya sabit reçeteler nedeniyle gizli asidoz ve metabolik hastalıklar yaşanır.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78561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 litre sütün anlık yem maliyeti ve hayvan başı net karı hesaplanamaz.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44398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Tahıl ve kaba yem fiyat dalgalanmalarına karşı anlık rasyon revizyonu yapılamaz.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51023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Veriler kağıt veya karışık tablolarda kaybolur, geriye dönük analiz yapılamaz.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120640" cy="4389120"/>
          </a:xfrm>
          <a:prstGeom prst="roundRect">
            <a:avLst>
              <a:gd name="adj" fmla="val 5208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ile Akıllı Dönüşüm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Bilimsel NRC standartlarında hassas Kuru Madde, Protein ve Enerji optimizasyonu.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1272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Dinamik Süt/Yem Paritesi takibiyle minimum maliyetle maksimum pik verimi.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78561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Fabrika yemleri ve yerel yemlerin güncel borsa/piyasa fiyatlarıyla anlık kıyaslanması.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444398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Laktasyon dönemi ve canlı ağırlığa göre otomatik besin ihtiyacı simülasyonu.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51023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Tüm cihazlardan (cep telefonu, tablet, PC) bulut senkronizasyonu ile 7/24 erişim.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• Akıllı Süt Sığırcılığı Rasyon &amp; Karlılık Sistemi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6446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 Erkan Erdem (erkanerdem.online)  |  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TEMEL MODÜL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Bilimsel Rasyon Hesaplama &amp; Optimizasyon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192024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Kuru Madde (KM)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İşkembe kapasitesine uygun optimum tokluk ve sindirim.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560320" cy="192024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 Protein (HP)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22860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Süt verimi ve kas dokusu için gerekli bypass &amp; ruminal protein.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560320" cy="192024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Enerji (ME / NEL)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2860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Pik süt verimi ve kondisyon kaybını önleyen enerji dengesi.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23960" y="1645920"/>
            <a:ext cx="2560320" cy="192024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 Dengesi (NDF / ADF)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06840" y="22860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Rumen sağlığı, geviş getirme ve asidoz önleyici yapısal lif.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10607040" cy="219456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Hassas Hayvan &amp; Üretim Parametreleri Uyarlaması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480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Canlı Ağırlık (kg), Günlük Hedef Süt Verimi (L), Süt Yağ Oranı (%) ve Protein (%) girişi.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Laktasyon Günü (DIM) ve Gebelik Ayına göre otomatik gereksinim artışı hesaplama.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Gerçek zamanlı Kalsiyum (Ca), Fosfor (P) ve Tuz mineral oranı uyarı sistemi.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5577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"Rasyonu Kaydet", "Rasyonu Kopyala" ve tek tıkla Excel/PDF formatında çıktı alma.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• Akıllı Süt Sığırcılığı Rasyon &amp; Karlılık Sistemi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6446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 Erkan Erdem (erkanerdem.online)  |  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TEMEL MODÜL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Dinamik Yem &amp; Fabrika Yemleri Kataloğu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29000" cy="43891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TEMEL RUMEN LIF KAYNAĞI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Kaba Yemler &amp; Silajlar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Mısır Silajı (KM: %32)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Yonca Kuru Otu (HP: %18)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Saman &amp; Çayır Otu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Fiğ &amp; Tritikale Silajı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5120640"/>
            <a:ext cx="2971800" cy="640080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52578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Fiyat &amp; Besin Değeri Düzenlenebilir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1645920"/>
            <a:ext cx="3429000" cy="43891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YÜKSEK ENERJI &amp; PROTEIN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Tahıllar &amp; Sanayi Yan Ürünleri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Mısır Flake &amp; Arpa Kırması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Soya Küspesi (HP: %44-%48)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Ayçiçeği Küspesi (HP: %32)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Pancar Posası &amp; Melas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5120640"/>
            <a:ext cx="2971800" cy="640080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52578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Fiyat &amp; Besin Değeri Düzenlenebilir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55280" y="1645920"/>
            <a:ext cx="3429000" cy="43891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HAZIR &amp; DENGELI KARIŞIMLAR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8388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Tescilli Fabrika Yemleri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8388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Eriş Sığır Süt A (19 HP / 2800 ME)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Eriş Crown Patlamış Mısır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8388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Özel Düve &amp; Geçiş Dönemi Yemleri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8388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Premiksler, Mermer Tozu &amp; Tuz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20640"/>
            <a:ext cx="2971800" cy="640080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52578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Fiyat &amp; Besin Değeri Düzenlenebilir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• Akıllı Süt Sığırcılığı Rasyon &amp; Karlılık Sistemi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6446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 Erkan Erdem (erkanerdem.online)  |  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FİNANSAL ZEKA &amp; KARLILIK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Süt / Yem Paritesi &amp; Kar Marjı Yönetimi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29000" cy="2011680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Litre Süt Yem Maliyeti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₺ 7.85 / 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Rasyondaki toplam günlük yem tutarının günlük süt verimine oranı.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429000" cy="2011680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828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Günlük Hayvan Başı Net Kar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21945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₺ 142.50 / Gün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26280" y="28346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Süt geliri - (Yem gideri + Günlük amortisman ve genel giderler).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429000" cy="2011680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828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Süt / Yem Paritesi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21945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1.48 (İdeal Aralık)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38160" y="28346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kg süt satışı ile kaç kg yem alınabileceğini gösteren kritik katsayı.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10607040" cy="210312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Finansal Karar Destek Mekanizması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526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Yem fiyatları arttığında aynı besin değerini koruyarak en ekonomik alternatif hammaddeleri önerir.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48737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Süt fiyatı düştüğünde işletmenin başa baş (break-even) noktasını otomatik simüle eder.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52212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Sürü genelinde aylık ve yıllık tahmini ciro &amp; net kar projeksiyonları sunar.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556869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Çiftliğin finansal sağlığını renk kodlu grafik ve KPI kartlarıyla anlık özetler.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• Akıllı Süt Sığırcılığı Rasyon &amp; Karlılık Sistemi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6446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 Erkan Erdem (erkanerdem.online)  |  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SÜRÜ &amp; ÜRETİM YÖNETİMİ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Laktasyon Gruplandırma &amp; Verim Projeksiyonu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29000" cy="43891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2971800" cy="411480"/>
          </a:xfrm>
          <a:prstGeom prst="roundRect">
            <a:avLst>
              <a:gd name="adj" fmla="val 22222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933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DIM: 1 - 100 Gün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Erken Laktasyon (Pik Dönemi)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Negatif enerji dengesini önlemek için yüksek enerjili yoğun rasyon. Karaciğer ve rumen koruyucu premiksler.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4663440"/>
            <a:ext cx="2971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 Bazlı Rasyon Ataması Aktif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429000" cy="43891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20240"/>
            <a:ext cx="2971800" cy="411480"/>
          </a:xfrm>
          <a:prstGeom prst="roundRect">
            <a:avLst>
              <a:gd name="adj" fmla="val 22222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933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DIM: 101 - 200 Gün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Orta Laktasyon (Plato Dönemi)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Dengeli kondisyon skoru muhafazası, süt proteini ve yağını maksimize eden optimum kaba/kesif yem oranı.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4663440"/>
            <a:ext cx="2971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 Bazlı Rasyon Ataması Aktif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55280" y="1645920"/>
            <a:ext cx="3429000" cy="43891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920240"/>
            <a:ext cx="2971800" cy="411480"/>
          </a:xfrm>
          <a:prstGeom prst="roundRect">
            <a:avLst>
              <a:gd name="adj" fmla="val 22222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9933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DIM: 201+ Gün &amp; Doğuma 60 Gün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8388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Geç Laktasyon &amp; Kuru Dönem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3880" y="3108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Yağlanmayı önleyici yüksek lifli rasyon. Doğum felcini (hipokalsemi) engelleyen anyonik tuz stratejileri.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83880" y="4663440"/>
            <a:ext cx="2971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 Bazlı Rasyon Ataması Aktif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• Akıllı Süt Sığırcılığı Rasyon &amp; Karlılık Sistemi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6446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 Erkan Erdem (erkanerdem.online)  |  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BÜTÇE &amp; GİDER MODÜLÜ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Görünmeyen Maliyetleri Görünür Kılın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52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Kapsamlı Gider Kategorileri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Veteriner &amp; Sağlık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27249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Aşılar, tohumlama, tırnak bakımı ve ilaç masrafları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İşçilik &amp; Personel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35935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Sağımcı, bakıcı maaşları ve SGK primleri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Enerji &amp; Yakıt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44622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Elektrik, jeneratör yakıtı ve traktör mazotu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Bakım &amp; Amortisman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53309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Sağımhane revizyonu, yem karma makinesi amortismanı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120640" cy="4389120"/>
          </a:xfrm>
          <a:prstGeom prst="roundRect">
            <a:avLst>
              <a:gd name="adj" fmla="val 5208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Litre Sütün Gerçek Maliyeti Formülü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2423160"/>
            <a:ext cx="4572000" cy="9144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651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Gerçek Birim Maliyet = Yem Maliyeti + (Genel Giderler / Toplam Üretim)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35661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Yalnızca yem değil, işletmenin tüm operasyonel yükü tek bir ekranda toplanır.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Aylık gider raporları ve kategorik pasta grafiklerle bütçe kaçakları engellenir.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937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Süt satış fiyatı pazarlığında çiftlik sahibine gerçek maliyet tabanlı tam müzakere gücü verir.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• Akıllı Süt Sığırcılığı Rasyon &amp; Karlılık Sistemi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6446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 Erkan Erdem (erkanerdem.online)  |  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GÜVENLİK &amp; DENETİM ALTYAPISI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Kurumsal Audit Log &amp; Anlık Hata Bildirimi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29000" cy="43891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 Kapsamlı Audit Log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Kim, Ne Zaman, Hangi Değişikliği Yaptı?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Rasyon kayıt, güncelleme ve silme logları.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40233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Yem fiyat ve besin parametresi güncellemeleri.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Gider kayıtları ve kullanıcı oturum hareketleri.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429000" cy="43891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IP, Konum &amp; Cihaz Tespiti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880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Coğrafi ve Donanımsal İzlenebilirlik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33832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Kullanıcının bağlandığı IP adresi ve ISP bilgisi.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7720" y="40233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Şehir/Ülke düzeyinde geo-location sorgulama.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46634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Cihaz tipi (Mobil / Tablet / Desktop) ve tarayıcı tespiti.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1645920"/>
            <a:ext cx="3429000" cy="43891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✉️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29600" y="2468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Gmail Hata Bildirim Servisi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2880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Kritik Sistem Alarmları Anında Cebinizde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33832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Olası API veya veritabanı hatalarında otomatik tetikleme.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0" y="40233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Geliştirici Erkan Erdem'e hata detayları anında iletilir (7/24 Takip).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0" y="46634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PIN korumalı güvenli SMTP yönetim paneli (/mailayar).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• Akıllı Süt Sığırcılığı Rasyon &amp; Karlılık Sistemi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6446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 Erkan Erdem (erkanerdem.online)  |  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TEKNOLOJİ &amp; DAĞITIM ALTYAPISI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Docker, Coolify &amp; Mobil PWA Mimarisi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07040" cy="96012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15 &amp; React 19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 hızlı SSR &amp; App Router mimarisi ile kusursuz kullanıcı deneyimi.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10607040" cy="96012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&amp; Prisma 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İlişkisel, güvenilir ve yüksek performanslı veri tabanı altyapısı.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10607040" cy="96012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&amp; Docker Compose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Uygulama ve veritabanı bağımsız izole containerlarda sıfır konfigürasyonla çalışır.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5074920"/>
            <a:ext cx="10607040" cy="960120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212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Coolify Entegrasyonu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5532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üzerinden otomatik CI/CD ve tek tıkla canlıya alma (milkiq.erkanerdem.online).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• Akıllı Süt Sığırcılığı Rasyon &amp; Karlılık Sistemi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6446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 Erkan Erdem (erkanerdem.online)  |  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STRATEJİK KAZANIMLAR &amp; HEMEN BAŞLAYIN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ile Çiftliğinizin Geleceğini Yönetin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29000" cy="2194560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%15 - 25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Yem Maliyeti Tasarrufu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Fazladan protein/enerji israfının bilimsel olarak önlenmesi.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429000" cy="2194560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828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+%12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2628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Süt Verim Artışı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9260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Dengeli rumen pH ve optimum laktasyon piki yönetimi.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429000" cy="2194560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828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13816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Uçtan Uca Finansal Kontrol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29260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Litre sütün gerçek maliyeti ve günlük hayvan başı net kar.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10607040" cy="1920240"/>
          </a:xfrm>
          <a:prstGeom prst="roundRect">
            <a:avLst>
              <a:gd name="adj" fmla="val 11905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Canlı Uygulama &amp; İletişim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8006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Canlı Sistem: https://milkiq.erkanerdem.online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Geliştirici Portfolyosu: https://erkanerdem.online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7/24 Kesintisiz Geliştirici Takibi &amp; Teknik Destek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4526280"/>
            <a:ext cx="3291840" cy="109728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4754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İle Başlayın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Akıllı Çiftlik Yönetimi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MilkIQ • Akıllı Süt Sığırcılığı Rasyon &amp; Karlılık Sistemi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6446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 Erkan Erdem (erkanerdem.online)  |  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MilkIQ - erkanerdem.online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MilkIQ Ürün ve Özellik Tanıtım Sunumu</dc:title>
  <dc:subject>MilkIQ Akıllı Süt Sığırcılığı Rasyon &amp; Karlılık Yönetim Sistemi</dc:subject>
  <dc:creator>Erkan Erdem</dc:creator>
  <cp:lastModifiedBy>Erkan Erdem</cp:lastModifiedBy>
  <cp:revision>1</cp:revision>
  <dcterms:created xsi:type="dcterms:W3CDTF">2026-10-07T08:12:04Z</dcterms:created>
  <dcterms:modified xsi:type="dcterms:W3CDTF">2026-10-07T08:12:04Z</dcterms:modified>
</cp:coreProperties>
</file>