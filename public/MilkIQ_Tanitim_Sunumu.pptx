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RASYON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3774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AKILLI SÜT SIĞIRCILIĞI TEKNOLOJİSİ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14400" y="269748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Rasyon, Karlılık &amp; Sürü Yönetim Sistemi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43434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NRC Standartlarında Bilimsel Besleme  •  Dinamik Süt/Yem Paritesi  •  Net Maliyet Analizi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914400" y="516636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52578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Geliştirici: Erkan Erdem  |  erkanerdem.online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Sürüm: v1.0 Production Ready • PWA &amp; Mobil Uyumlu • 7/24 Kesintisiz Takip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82296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ÖNE ÇIKAN YETENEKLER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0" y="1371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Yeni Nesil Karar Destek Platformu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192024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20299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18120" y="20116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Rasyon Hesaplama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818120" y="22677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KM, HP, Nişasta ve Kaba/Kesif dengesi canlı simülasyonu.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223760" y="2706624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281635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18120" y="27980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Süt / Yem Paritesi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818120" y="305409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yem maliyeti ve başa baş katsayı takibi.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223760" y="3493008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60920" y="36027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🌾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818120" y="35844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Geniş Yem &amp; Fabrika Kataloğu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818120" y="38404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standart hammadde ve Türkiye tescilli fabrika yemleri.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223760" y="4279392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60920" y="43891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818120" y="43708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Çiftlik Bütçe &amp; Net Karlılık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818120" y="462686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Genel giderler ile harmanlanmış gerçek 1L süt maliyeti.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760" y="5065776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517550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818120" y="5157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&amp; 7/24 Takip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18120" y="54132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Kullanıcı hareket denetimi ve otomatik Gmail hata bildirimi.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SEKTÖREL GERÇEKLER &amp; STRATEJIK DEĞER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Çiftlik Yönetimi vs. MilkIQ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E1B24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Besleme Zorlukları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Yem maliyeti çiftlik cirosunun %70'ini oluşturur; plansız alımlar doğrudan zarara yol açar.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5840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Göz kararı veya sabit reçeteler nedeniyle gizli asidoz ve metabolik hastalıklar yaşanır.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 litre sütün anlık yem maliyeti ve hayvan başı net karı net olarak hesaplanamaz.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Tahıl ve kaba yem piyasasındaki fiyat dalgalanmalarına karşı anlık rasyon revizyonu yapılamaz.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Veriler kağıt veya karışık tablolarda kaybolur; geriye dönük veri analizi yapılamaz.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Akıllı Dönüşüm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8135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Bilimsel NRC standartlarında hassas Kuru Madde, Protein ve Enerji optimizasyonu sağlanır.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8135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Dinamik Süt/Yem Paritesi takibiyle minimum maliyetle maksimum pik süt verimi elde edilir.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68135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Fabrika yemleri ve yerel yemlerin güncel borsa ve piyasa fiyatlarıyla anlık kıyaslanması yapılır.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68135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Laktasyon dönemi ve canlı ağırlığa göre otomatik besin ihtiyacı simülasyonu çalıştırılır.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68135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Tüm cihazlardan (cep telefonu, tablet, PC) bulut senkronizasyonu ile 7/24 kesintisiz erişilir.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Bilimsel Rasyon Hesaplama &amp; Optimizasyon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 Madde (KM)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İşkembe kapasitesine uygun optimum tokluk ve fizyolojik sindirim.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9234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2114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Protein (HP)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2114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verimi ve kas dokusu için gerekli bypass &amp; ruminal protein.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6947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9827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Enerji (ME / NEL)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89827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Pik süt verimi ve kondisyon kaybını önleyen kritik enerji dengesi.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44661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27541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 Dengesi (NDF / ADF)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27541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Rumen sağlığı, geviş getirme ve asidoz önleyici yapısal lif.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576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Hayvan &amp; Üretim Parametreleri Uyarlaması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Canlı Ağırlık (kg), Günlük Hedef Süt Verimi (L), Süt Yağ Oranı (%) ve Protein (%) parametreleri girilir.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Laktasyon Günü (DIM) ve Gebelik Ayına göre otomatik bilimsel besin gereksinim artışı hesaplanır.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Gerçek zamanlı Kalsiyum (Ca), Fosfor (P) ve Tuz mineral oranı güvenlik uyarı sistemi devrededir.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"Rasyonu Kaydet", "Rasyonu Kopyala" ve tek tıkla A4 Mikser Reçetesi formatında çıktı imkânı sunar.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Yem &amp; Fabrika Yemleri Kataloğu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RUMEN LIF KAYNAĞI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Kaba Yemler &amp; Silajlar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Silajı (KM: %32)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Yonca Kuru Otu (HP: %18)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Saman &amp; Çayır Otu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Fiğ &amp; Tritikale Silajı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949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YÜKSEK ENERJI &amp; PROTEIN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949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Tahıllar &amp; Küspeler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949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Flake &amp; Arpa Kırması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0949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Soya Küspesi (HP: %44-%48)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0949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Ayçiçeği Küspesi (HP: %32)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0949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Pancar Posası &amp; Melas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0949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521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8861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HAZIR &amp; DENGELI KARIŞIMLAR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58861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Tescilli Fabrika Yemleri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58861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Sığır Süt A (19 HP / 2800 ME)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58861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Crown Patlamış Mısır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8861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Özel Düve &amp; Geçiş Yemleri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58861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Premiksler &amp; Mineral Katkıları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58861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4581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ANALIZ &amp; KARLILIK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 &amp; Kar Marjı Yönetimi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 Yem Maliyeti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₺ 7.85 / 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Rasyondaki toplam günlük yem tutarının günlük süt verimine oranı.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Günlük Hayvan Başı Net Kar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377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₺ 142.50 / Gün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6377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geliri - (Yem gideri + Günlük amortisman ve genel giderler).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3141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1.48 (İdeal Aralık)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3141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kg süt satışı ile kaç kg yem alınabileceğini gösteren kritik katsayı.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692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Karar Destek Mekanizması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fiyatları arttığında aynı besin değerini koruyarak en ekonomik alternatif hammaddeleri önerir.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Süt fiyatı dalgalandığında işletmenin başa baş (break-even) üretim noktasını otomatik simüle eder.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Sürü genelinde aylık ve yıllık tahmini ciro &amp; net kar projeksiyonları sunar.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Çiftliğin finansal sağlığını renk kodlu göstergeler ve net KPI kartlarıyla anlık özetler.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 &amp; ÜRETIM YÖNETIMI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Laktasyon Gruplandırma &amp; Besleme Tavsiyeleri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1 - 100 Gün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Erken Laktasyon (Pik Dönemi)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Negatif enerji dengesini önlemek için yüksek enerjili yoğun rasyon. Karaciğer ve rumen koruyucu premiksler ile asidoz kontrolü.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949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21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101 - 200 Gün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0949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Orta Laktasyon (Plato Dönemi)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0949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kondisyon skoru muhafazası, süt proteini ve yağını maksimize eden optimum kaba/kesif yem dengesi.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0949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949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58861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4581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201+ Gün &amp; Doğuma 60 Gün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58861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Geç Laktasyon &amp; Kuru Dönem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58861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Aşırı yağlanmayı önleyici yüksek lifli rasyon. Doğum felcini (hipokalsemi) engelleyen anyonik besleme stratejileri.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58861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58861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BÜTÇE &amp; GIDER MODÜLÜ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Görünmeyen Maliyetleri Görünür Kılın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Kapsamlı Gider Kategorileri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Veteriner &amp; Sağlık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80160" y="24231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Aşılar, tohumlama, tırnak bakımı ve ilaç masrafları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İşçilik &amp; Personel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Sağımcı, bakıcı maaşları ve SGK primleri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Enerji &amp; Yakıt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80160" y="4251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Elektrik, jeneratör yakıtı ve traktör mazotu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48463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Bakım &amp; Amortisman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51663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Sağımhane revizyonu, yem karma makinesi amortismanı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Formülü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568135" y="210312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9575" y="2331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Gerçek Birim Maliyet = Yem Maliyeti + (Genel Giderler / Toplam Üretim)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8135" y="333756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Yalnızca yem değil, işletmenin tüm operasyonel gider yükü tek bir ekranda toplanır.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68135" y="41605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Aylık gider raporları ve kategorik grafiklerle bütçe kaçakları anında engellenir.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68135" y="49834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Süt satış fiyatı pazarlığında çiftlik sahibine gerçek maliyet tabanlı tam müzakere gücü verir.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GÜVENLIK &amp; DENETIM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Kurumsal Audit Log &amp; Anlık Hata Bildirimi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Kapsamlı Audit Log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Kim, Ne Zaman, Hangi Değişikliği Yaptı?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Rasyon kayıt, güncelleme ve silme işlemleri anlık kaydedilir.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 ve besin parametresi revizyonları kayıt altındadır.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Gider kayıtları ve kullanıcı oturum hareketleri detaylı izlenir.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21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5521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IP, Konum &amp; Cihaz Tespiti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5521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Coğrafi ve Donanımsal İzlenebilirlik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5521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Kullanıcının bağlandığı IP adresi ve ISP bilgisi yakalanır.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5521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Şehir/Ülke düzeyinde geo-location harita sorgulaması yapılır.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5521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Cihaz tipi (Mobil / Tablet / PC) ve tarayıcı tespiti kaydedilir.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4581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4581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Gmail Hata Bildirim Servisi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4581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Kritik Sistem Alarmları 7/24 Takipte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4581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Olası API veya veritabanı hatalarında otomatik tetikleme çalışır.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04581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Geliştirici Erkan Erdem'e hata detayları anında mail olarak iletilir.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04581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Uygulama 7/24 geliştirici takibindedir; PIN korumalı SMTP paneli mevcuttur.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TEKNOLOJI &amp; DAĞITIM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Coolify &amp; Mobil PWA Mimarisi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&amp; React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 hızlı SSR &amp; App Router mimarisi ile mobil cihazlarda ve masaüstünde akıcı kullanıcı deneyimi.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532888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97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Prisma ORM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5840" y="3035808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İlişkisel, güvenilir ve yüksek performanslı veri tabanı altyapısı; tip güvenli veri sorgulama.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694176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58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&amp; Docker Compose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Uygulama ve veritabanı bağımsız izole containerlarda sıfır konfigürasyon bağımlılığı ile çalışır.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855464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20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Coolify Entegrasyonu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5358384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üzerinden otomatik CI/CD ve tek tıkla canlıya alma (milkiq.erkanerdem.online).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STRATEJIK KAZANIMLAR &amp; HEMEN BAŞLAYIN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Çiftliğinizin Geleceğini Yönetin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%15 - 25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Yem Maliyeti Tasarrufu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Fazladan protein ve enerji israfının bilimsel olarak önlenmesi.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+%12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6377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 Artışı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6377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rumen pH ve optimum laktasyon piki yönetimi.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360°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3141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Uçtan Uca Finansal Kontrol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3141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ve günlük hayvan başı net kar.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7692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931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Uygulama &amp; İletişim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Sistem: https://milkiq.erkanerdem.online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 Portfolyosu: https://erkanerdem.online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7/24 Kesintisiz Geliştirici Takibi &amp; Teknik Destek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98080" y="4251960"/>
            <a:ext cx="3474720" cy="1188720"/>
          </a:xfrm>
          <a:prstGeom prst="roundRect">
            <a:avLst>
              <a:gd name="adj" fmla="val 13846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44348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İle Başlayın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Akıllı Çiftlik Yönetimi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MilkIQ - erkanerdem.online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MilkIQ Ürün ve Özellik Tanıtım Sunumu</dc:title>
  <dc:subject>MilkIQ Akıllı Süt Sığırcılığı Rasyon &amp; Karlılık Yönetim Sistemi</dc:subject>
  <dc:creator>Erkan Erdem</dc:creator>
  <cp:lastModifiedBy>Erkan Erdem</cp:lastModifiedBy>
  <cp:revision>1</cp:revision>
  <dcterms:created xsi:type="dcterms:W3CDTF">2026-10-07T09:48:04Z</dcterms:created>
  <dcterms:modified xsi:type="dcterms:W3CDTF">2026-10-07T09:48:04Z</dcterms:modified>
</cp:coreProperties>
</file>